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41227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621201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zh-CN"/>
              <a:t>10/30/2013</a:t>
            </a:fld>
            <a:endParaRPr lang="zh-CN"/>
          </a:p>
        </p:txBody>
      </p:sp>
      <p:sp>
        <p:nvSpPr>
          <p:cNvPr id="3996644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27207548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160191274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48455314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1898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46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>
              <a:latin typeface="Arial"/>
              <a:cs typeface="Arial"/>
            </a:endParaRPr>
          </a:p>
        </p:txBody>
      </p:sp>
      <p:sp>
        <p:nvSpPr>
          <p:cNvPr id="95411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zh-CN"/>
              <a:t>1</a:t>
            </a:fld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79415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92557162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CN"/>
              <a:t>Click to edit Master subtitle style</a:t>
            </a:r>
            <a:endParaRPr lang="zh-CN"/>
          </a:p>
        </p:txBody>
      </p:sp>
      <p:sp>
        <p:nvSpPr>
          <p:cNvPr id="13637904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4548389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6666074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2227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3510494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17809053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6810522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680182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38129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13753676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Click to edit Master text styles</a:t>
            </a:r>
            <a:endParaRPr/>
          </a:p>
        </p:txBody>
      </p:sp>
      <p:sp>
        <p:nvSpPr>
          <p:cNvPr id="1838003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12270191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381214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635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197604497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177985112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738152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13453763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876176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52756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3091497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Click to edit Master text styles</a:t>
            </a:r>
            <a:endParaRPr/>
          </a:p>
        </p:txBody>
      </p:sp>
      <p:sp>
        <p:nvSpPr>
          <p:cNvPr id="7565511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119386486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Click to edit Master text styles</a:t>
            </a:r>
            <a:endParaRPr/>
          </a:p>
        </p:txBody>
      </p:sp>
      <p:sp>
        <p:nvSpPr>
          <p:cNvPr id="62676920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47119562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15865224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4589965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1166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103786237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99648411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04686267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86623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27096281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9014349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78838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38040426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6427171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Click to edit Master text styles</a:t>
            </a:r>
            <a:endParaRPr/>
          </a:p>
        </p:txBody>
      </p:sp>
      <p:sp>
        <p:nvSpPr>
          <p:cNvPr id="20260478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14468992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776308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82416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89790401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zh-CN"/>
              <a:t>Click icon to add picture</a:t>
            </a:r>
            <a:endParaRPr lang="zh-CN"/>
          </a:p>
        </p:txBody>
      </p:sp>
      <p:sp>
        <p:nvSpPr>
          <p:cNvPr id="10638269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Click to edit Master text styles</a:t>
            </a:r>
            <a:endParaRPr/>
          </a:p>
        </p:txBody>
      </p:sp>
      <p:sp>
        <p:nvSpPr>
          <p:cNvPr id="10858579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17847959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50475999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2178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38388910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16478008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13837288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020016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8868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26899785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9982768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739457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583400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1796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20089295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166725006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18651430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4803679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107135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HELLO</a:t>
            </a:r>
            <a:endParaRPr lang="zh-CN"/>
          </a:p>
        </p:txBody>
      </p:sp>
      <p:sp>
        <p:nvSpPr>
          <p:cNvPr id="66275888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User ::1</cp:lastModifiedBy>
  <cp:revision>6</cp:revision>
  <dcterms:modified xsi:type="dcterms:W3CDTF">2026-01-27T14:40:32Z</dcterms:modified>
</cp:coreProperties>
</file>